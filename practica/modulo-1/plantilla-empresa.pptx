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09728"/>
          </a:xfrm>
          <a:prstGeom prst="rect">
            <a:avLst/>
          </a:prstGeom>
          <a:solidFill>
            <a:srgbClr val="2E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2011680" cy="548640"/>
          </a:xfrm>
          <a:prstGeom prst="roundRect">
            <a:avLst/>
          </a:prstGeom>
          <a:solidFill>
            <a:srgbClr val="2E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EMPRESA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Título de la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9D6E3"/>
                </a:solidFill>
                <a:latin typeface="Calibri"/>
              </a:defRPr>
            </a:pPr>
            <a:r>
              <a:t>Subtítulo · área · fecha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FA8C0"/>
                </a:solidFill>
                <a:latin typeface="Calibri"/>
              </a:defRPr>
            </a:pPr>
            <a:r>
              <a:t>PORTADA — usa este estilo para la primera diapositiva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011680" cy="548640"/>
          </a:xfrm>
          <a:prstGeom prst="roundRect">
            <a:avLst/>
          </a:prstGeom>
          <a:solidFill>
            <a:srgbClr val="2E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EMPRESA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Título de la diapositiva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3A5F"/>
                </a:solidFill>
                <a:latin typeface="Calibri"/>
              </a:defRPr>
            </a:pPr>
            <a:r>
              <a:t>• Una idea principal por diapositiva</a:t>
            </a:r>
          </a:p>
          <a:p>
            <a:r>
              <a:t>• Máximo 3 viñetas cortas</a:t>
            </a:r>
          </a:p>
          <a:p>
            <a:r>
              <a:t>• Cifras destacadas en color turquesa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8404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E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1031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2E9CA6"/>
                </a:solidFill>
                <a:latin typeface="Calibri"/>
              </a:defRPr>
            </a:pPr>
            <a:r>
              <a:t>+18%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108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F3A5F"/>
                </a:solidFill>
                <a:latin typeface="Calibri"/>
              </a:defRPr>
            </a:pPr>
            <a:r>
              <a:t>cifra destacada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B7C8F"/>
                </a:solidFill>
                <a:latin typeface="Calibri"/>
              </a:defRPr>
            </a:pPr>
            <a:r>
              <a:t>CONTENIDO — colores: azul marino #1F3A5F · turquesa #2E9CA6 · fondo #F4F6F8 · tipografía Calibri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